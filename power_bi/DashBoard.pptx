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8" r:id="rId12"/>
    <p:sldId id="267" r:id="rId13"/>
    <p:sldId id="26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B2AA"/>
    <a:srgbClr val="CC0066"/>
    <a:srgbClr val="FF8C00"/>
    <a:srgbClr val="ADD8E6"/>
    <a:srgbClr val="143CCB"/>
    <a:srgbClr val="000064"/>
    <a:srgbClr val="0000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7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955A5-E460-C841-6D09-5E91AB07A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316A7-9F74-A148-137E-3917FAEA6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1DA46-DCB6-EE99-AC39-F90FB9067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BF061-3730-40D0-AC5F-927CC261862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424A7-66A0-202F-AD24-66949A013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96C4C-1AAD-60DC-A984-A6C10092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04CA-A991-40D2-B3A1-474553F97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17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8DF62-4359-4C0E-1F0E-05A5A272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4A302-5256-3D70-1AA2-4918D368A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06D15-85E7-CA9F-CABB-3DF846C16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BF061-3730-40D0-AC5F-927CC261862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16C1C-DC2E-C023-9873-0AE9C14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8F0A7-F43C-2AE2-DBCA-30DAEC3A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04CA-A991-40D2-B3A1-474553F97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2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1FCBE-4DF0-7FA0-43CA-FD8EFD937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A2BE2-EF14-446A-0DA4-654706BF5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CBB0F-5B9B-C513-D49A-412B0A91A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BF061-3730-40D0-AC5F-927CC261862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057BA-EBDE-C074-8E4E-29C214DC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40418-5AF0-5DC0-9039-B035DF97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04CA-A991-40D2-B3A1-474553F97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08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7669-70CE-BD32-C502-AA73DDFBB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BF6FB-FFAD-CED7-B390-83DDD62FE8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D2EC2-055C-8B5C-3715-E3B57A621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6F7B8-5A81-AD1F-760E-0F526D18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BF061-3730-40D0-AC5F-927CC261862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A9350-618E-93E5-67DF-72BA3856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71D71-D35A-EC5C-1A14-773BE5F7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04CA-A991-40D2-B3A1-474553F97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6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43E4-2F75-6385-79BF-AAAA4AA4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125B2-2541-16BA-F8DC-67F3E06E5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E9C31-F415-6018-D08C-E3FED921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A98DCE-9C5D-5C3B-3FC4-10DE25E44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54EAC0-0DAA-1625-99EC-9D02061B57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DF6552-4E10-31F7-4862-5C045B62B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BF061-3730-40D0-AC5F-927CC261862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A7A48C-5EF7-BF56-771E-C6E73DAB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4C162-3DD2-D6A5-25F6-58E12F2A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04CA-A991-40D2-B3A1-474553F97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36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1F0A-75EC-48F2-9340-30F56AF87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B20FC-648B-D89D-7ACC-FDF308AA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BF061-3730-40D0-AC5F-927CC261862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65B6E-527B-0C39-9BF5-C8DA750ED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E9234-09D3-6A5C-AF2E-937C6FD1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04CA-A991-40D2-B3A1-474553F97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47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DC3098-D00F-A845-4F33-41E3C294F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BF061-3730-40D0-AC5F-927CC261862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44F33-E57F-0C44-2A0E-9A28C036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75DB7-44B5-90F6-F8A5-487B6FF0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04CA-A991-40D2-B3A1-474553F97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09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D6ABB-D1F9-E673-1859-72EA41584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A2AA4-5E09-E606-B8B9-1E3CE3DC3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86AE1-4D7A-18B2-9A0B-6BE527E06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0A8C8-134C-453E-04B6-68D2E04B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BF061-3730-40D0-AC5F-927CC261862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BA836-E37A-B0A2-5529-70F3B1B1D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88532-5524-08A2-28BF-062E4C43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04CA-A991-40D2-B3A1-474553F97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96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94A1-7571-B926-EC76-21D26250E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E60C24-245A-885A-7532-164E41669D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E503A-1329-AEE6-0A83-296B2DFEF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EA0CB-0B62-01B4-4CFE-8DC5ADA5F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BF061-3730-40D0-AC5F-927CC261862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ACBFD-337A-751C-3809-72EE759D9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87645-90E4-F162-B06B-B5279AF4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04CA-A991-40D2-B3A1-474553F97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72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12528-378B-3CD5-8747-873A10CC2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E70C3-B070-EE93-9279-184EB7FDD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2B4AD-0A83-CF67-DD96-D30B2B80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BF061-3730-40D0-AC5F-927CC261862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D2932-1CE7-3EF1-D8F4-D45601BEF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F4BEF-C101-F685-1891-E0AC4F8B4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04CA-A991-40D2-B3A1-474553F97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6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4D2034-325C-88BA-90F1-85986F5C04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FEE92-8F48-666B-2B3E-E86651118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34E01-A76D-9D1B-0585-139B0FDD7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BF061-3730-40D0-AC5F-927CC261862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DB60F-7CDC-1B8B-D943-CA7E4FCD8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66D1-63E0-8ACF-14E3-9299A6BB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04CA-A991-40D2-B3A1-474553F97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04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9F02D-1F01-5F2E-2C1E-E8C03F02E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24947-C65D-54EB-2D4C-4A812741D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AA5A1-2A6D-E04F-1958-29A8C3EBF3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BF061-3730-40D0-AC5F-927CC261862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4733E-C84D-F89B-3155-E70EA7329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1756C-F492-21C9-655B-C19220022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B04CA-A991-40D2-B3A1-474553F97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5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583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B2A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A4B11-B59C-D6D8-7BEC-34FE84A12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531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8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B75BF-907A-E9E1-E4EE-A8E95DF7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396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D8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BFBDC-80B7-D3E7-E296-EFD489A37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386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9000">
              <a:srgbClr val="20B2AA"/>
            </a:gs>
            <a:gs pos="0">
              <a:schemeClr val="tx1">
                <a:lumMod val="95000"/>
                <a:lumOff val="5000"/>
              </a:schemeClr>
            </a:gs>
            <a:gs pos="48000">
              <a:srgbClr val="00008B"/>
            </a:gs>
            <a:gs pos="38000">
              <a:srgbClr val="FF8C00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Olist | Aplicativos Nuvem">
            <a:extLst>
              <a:ext uri="{FF2B5EF4-FFF2-40B4-BE49-F238E27FC236}">
                <a16:creationId xmlns:a16="http://schemas.microsoft.com/office/drawing/2014/main" id="{6D19A2CD-2E6A-1CBD-E78D-0322C65F68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73" t="26359" r="9918" b="26241"/>
          <a:stretch>
            <a:fillRect/>
          </a:stretch>
        </p:blipFill>
        <p:spPr bwMode="auto">
          <a:xfrm>
            <a:off x="7049824" y="-50327"/>
            <a:ext cx="4920344" cy="3207657"/>
          </a:xfrm>
          <a:prstGeom prst="rect">
            <a:avLst/>
          </a:prstGeom>
          <a:noFill/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797376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5000">
              <a:schemeClr val="tx1"/>
            </a:gs>
            <a:gs pos="34000">
              <a:srgbClr val="002060"/>
            </a:gs>
            <a:gs pos="14000">
              <a:srgbClr val="FF8C00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F4A6083C-30CB-F49D-78AB-0C9D4052B264}"/>
              </a:ext>
            </a:extLst>
          </p:cNvPr>
          <p:cNvGrpSpPr/>
          <p:nvPr/>
        </p:nvGrpSpPr>
        <p:grpSpPr>
          <a:xfrm>
            <a:off x="-354353" y="0"/>
            <a:ext cx="12655826" cy="6858000"/>
            <a:chOff x="5300868" y="2710070"/>
            <a:chExt cx="3544957" cy="1126435"/>
          </a:xfrm>
        </p:grpSpPr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8CEE9A62-5C4E-8B1F-3FE0-BFE3538D6F7B}"/>
                </a:ext>
              </a:extLst>
            </p:cNvPr>
            <p:cNvCxnSpPr>
              <a:cxnSpLocks/>
            </p:cNvCxnSpPr>
            <p:nvPr/>
          </p:nvCxnSpPr>
          <p:spPr>
            <a:xfrm>
              <a:off x="5380382" y="2710070"/>
              <a:ext cx="3465441" cy="1126435"/>
            </a:xfrm>
            <a:prstGeom prst="curvedConnector3">
              <a:avLst>
                <a:gd name="adj1" fmla="val 50000"/>
              </a:avLst>
            </a:prstGeom>
            <a:ln w="60325" cap="flat" cmpd="sng">
              <a:gradFill>
                <a:gsLst>
                  <a:gs pos="93000">
                    <a:schemeClr val="tx1">
                      <a:lumMod val="100000"/>
                    </a:schemeClr>
                  </a:gs>
                  <a:gs pos="43000">
                    <a:srgbClr val="ADD8E6"/>
                  </a:gs>
                  <a:gs pos="81000">
                    <a:srgbClr val="00008B"/>
                  </a:gs>
                  <a:gs pos="29000">
                    <a:srgbClr val="20B2AA"/>
                  </a:gs>
                  <a:gs pos="16000">
                    <a:srgbClr val="FF8C00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6E2400D6-4EA4-3E6B-EC12-8230993E579B}"/>
                </a:ext>
              </a:extLst>
            </p:cNvPr>
            <p:cNvCxnSpPr>
              <a:cxnSpLocks/>
            </p:cNvCxnSpPr>
            <p:nvPr/>
          </p:nvCxnSpPr>
          <p:spPr>
            <a:xfrm>
              <a:off x="5300868" y="2710070"/>
              <a:ext cx="3544957" cy="1126435"/>
            </a:xfrm>
            <a:prstGeom prst="curvedConnector3">
              <a:avLst>
                <a:gd name="adj1" fmla="val 32056"/>
              </a:avLst>
            </a:prstGeom>
            <a:ln w="60325" cap="flat" cmpd="sng">
              <a:gradFill>
                <a:gsLst>
                  <a:gs pos="93000">
                    <a:schemeClr val="tx1">
                      <a:lumMod val="100000"/>
                    </a:schemeClr>
                  </a:gs>
                  <a:gs pos="43000">
                    <a:srgbClr val="ADD8E6"/>
                  </a:gs>
                  <a:gs pos="81000">
                    <a:srgbClr val="00008B"/>
                  </a:gs>
                  <a:gs pos="29000">
                    <a:srgbClr val="20B2AA"/>
                  </a:gs>
                  <a:gs pos="16000">
                    <a:srgbClr val="FF8C00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9A92F4F0-EF82-2001-C1FF-0A301D5FE1A6}"/>
                </a:ext>
              </a:extLst>
            </p:cNvPr>
            <p:cNvCxnSpPr>
              <a:cxnSpLocks/>
            </p:cNvCxnSpPr>
            <p:nvPr/>
          </p:nvCxnSpPr>
          <p:spPr>
            <a:xfrm>
              <a:off x="5380381" y="2710070"/>
              <a:ext cx="3465442" cy="1126435"/>
            </a:xfrm>
            <a:prstGeom prst="curvedConnector3">
              <a:avLst>
                <a:gd name="adj1" fmla="val 63002"/>
              </a:avLst>
            </a:prstGeom>
            <a:ln w="60325" cap="flat" cmpd="sng">
              <a:gradFill>
                <a:gsLst>
                  <a:gs pos="93000">
                    <a:schemeClr val="tx1">
                      <a:lumMod val="100000"/>
                    </a:schemeClr>
                  </a:gs>
                  <a:gs pos="43000">
                    <a:srgbClr val="ADD8E6"/>
                  </a:gs>
                  <a:gs pos="81000">
                    <a:srgbClr val="00008B"/>
                  </a:gs>
                  <a:gs pos="29000">
                    <a:srgbClr val="20B2AA"/>
                  </a:gs>
                  <a:gs pos="16000">
                    <a:srgbClr val="FF8C00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Curved 23">
              <a:extLst>
                <a:ext uri="{FF2B5EF4-FFF2-40B4-BE49-F238E27FC236}">
                  <a16:creationId xmlns:a16="http://schemas.microsoft.com/office/drawing/2014/main" id="{D2EC710F-F274-1210-2779-DFFBF840B7E8}"/>
                </a:ext>
              </a:extLst>
            </p:cNvPr>
            <p:cNvCxnSpPr>
              <a:cxnSpLocks/>
            </p:cNvCxnSpPr>
            <p:nvPr/>
          </p:nvCxnSpPr>
          <p:spPr>
            <a:xfrm>
              <a:off x="5380382" y="2710070"/>
              <a:ext cx="3465441" cy="1126435"/>
            </a:xfrm>
            <a:prstGeom prst="curvedConnector3">
              <a:avLst>
                <a:gd name="adj1" fmla="val 41205"/>
              </a:avLst>
            </a:prstGeom>
            <a:ln w="60325" cap="flat" cmpd="sng">
              <a:gradFill>
                <a:gsLst>
                  <a:gs pos="93000">
                    <a:schemeClr val="tx1">
                      <a:lumMod val="100000"/>
                    </a:schemeClr>
                  </a:gs>
                  <a:gs pos="43000">
                    <a:srgbClr val="ADD8E6"/>
                  </a:gs>
                  <a:gs pos="81000">
                    <a:srgbClr val="00008B"/>
                  </a:gs>
                  <a:gs pos="29000">
                    <a:srgbClr val="20B2AA"/>
                  </a:gs>
                  <a:gs pos="16000">
                    <a:srgbClr val="FF8C00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Picture 2" descr="Olist | Aplicativos Nuvem">
            <a:extLst>
              <a:ext uri="{FF2B5EF4-FFF2-40B4-BE49-F238E27FC236}">
                <a16:creationId xmlns:a16="http://schemas.microsoft.com/office/drawing/2014/main" id="{272ED0F0-CD31-CBD7-B4DB-71B8B0CD99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73" t="26359" r="9918" b="26241"/>
          <a:stretch>
            <a:fillRect/>
          </a:stretch>
        </p:blipFill>
        <p:spPr bwMode="auto">
          <a:xfrm>
            <a:off x="7381129" y="-176222"/>
            <a:ext cx="4920344" cy="3207657"/>
          </a:xfrm>
          <a:prstGeom prst="rect">
            <a:avLst/>
          </a:prstGeom>
          <a:noFill/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565813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9000">
              <a:srgbClr val="FF8C00"/>
            </a:gs>
            <a:gs pos="30000">
              <a:schemeClr val="tx1">
                <a:lumMod val="95000"/>
                <a:lumOff val="5000"/>
              </a:schemeClr>
            </a:gs>
            <a:gs pos="70000">
              <a:srgbClr val="00008B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Olist | Aplicativos Nuvem">
            <a:extLst>
              <a:ext uri="{FF2B5EF4-FFF2-40B4-BE49-F238E27FC236}">
                <a16:creationId xmlns:a16="http://schemas.microsoft.com/office/drawing/2014/main" id="{735FDD8C-E9A6-D7A6-DA5B-4B9AE80AB1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73" t="26359" r="9918" b="26241"/>
          <a:stretch>
            <a:fillRect/>
          </a:stretch>
        </p:blipFill>
        <p:spPr bwMode="auto">
          <a:xfrm>
            <a:off x="8186636" y="278251"/>
            <a:ext cx="3443223" cy="2244696"/>
          </a:xfrm>
          <a:prstGeom prst="rect">
            <a:avLst/>
          </a:prstGeom>
          <a:noFill/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0977FFAE-BB81-4501-22AF-3FDFE1088C06}"/>
              </a:ext>
            </a:extLst>
          </p:cNvPr>
          <p:cNvGrpSpPr/>
          <p:nvPr/>
        </p:nvGrpSpPr>
        <p:grpSpPr>
          <a:xfrm>
            <a:off x="-4161064" y="84547"/>
            <a:ext cx="21379543" cy="6688906"/>
            <a:chOff x="-4180114" y="169094"/>
            <a:chExt cx="21379543" cy="668890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C306B57-694E-5767-00E1-A4181ECCC47D}"/>
                </a:ext>
              </a:extLst>
            </p:cNvPr>
            <p:cNvSpPr/>
            <p:nvPr/>
          </p:nvSpPr>
          <p:spPr>
            <a:xfrm>
              <a:off x="-4180114" y="1690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D1AFAF1-D647-5AEA-02F1-6B394AEB7F6C}"/>
                </a:ext>
              </a:extLst>
            </p:cNvPr>
            <p:cNvSpPr/>
            <p:nvPr/>
          </p:nvSpPr>
          <p:spPr>
            <a:xfrm>
              <a:off x="-4027714" y="3214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4F76252-64EA-DE93-B837-77C3F2A8F995}"/>
                </a:ext>
              </a:extLst>
            </p:cNvPr>
            <p:cNvSpPr/>
            <p:nvPr/>
          </p:nvSpPr>
          <p:spPr>
            <a:xfrm>
              <a:off x="-3875314" y="4738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701158C-FCC7-2E79-E57B-531FF99638E7}"/>
                </a:ext>
              </a:extLst>
            </p:cNvPr>
            <p:cNvSpPr/>
            <p:nvPr/>
          </p:nvSpPr>
          <p:spPr>
            <a:xfrm>
              <a:off x="-3722914" y="6262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92862BD-2587-6346-051A-D04C0335C437}"/>
                </a:ext>
              </a:extLst>
            </p:cNvPr>
            <p:cNvSpPr/>
            <p:nvPr/>
          </p:nvSpPr>
          <p:spPr>
            <a:xfrm>
              <a:off x="-3570514" y="7786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58C7E8B-947D-0D3C-19F6-B2E14AC9A3BB}"/>
                </a:ext>
              </a:extLst>
            </p:cNvPr>
            <p:cNvSpPr/>
            <p:nvPr/>
          </p:nvSpPr>
          <p:spPr>
            <a:xfrm>
              <a:off x="-3418114" y="9310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7427B4F-30C3-DF2F-C1D6-68052F8BBE23}"/>
                </a:ext>
              </a:extLst>
            </p:cNvPr>
            <p:cNvSpPr/>
            <p:nvPr/>
          </p:nvSpPr>
          <p:spPr>
            <a:xfrm>
              <a:off x="-3265714" y="10834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4821BAE-5E40-FD32-3418-8D96DD4E4B18}"/>
                </a:ext>
              </a:extLst>
            </p:cNvPr>
            <p:cNvSpPr/>
            <p:nvPr/>
          </p:nvSpPr>
          <p:spPr>
            <a:xfrm>
              <a:off x="-3113314" y="12358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81D2A81-84F7-7BCA-03AC-5712C58AF975}"/>
                </a:ext>
              </a:extLst>
            </p:cNvPr>
            <p:cNvSpPr/>
            <p:nvPr/>
          </p:nvSpPr>
          <p:spPr>
            <a:xfrm>
              <a:off x="-2960914" y="13882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243854A-C719-6185-692C-5DF95175F693}"/>
                </a:ext>
              </a:extLst>
            </p:cNvPr>
            <p:cNvSpPr/>
            <p:nvPr/>
          </p:nvSpPr>
          <p:spPr>
            <a:xfrm>
              <a:off x="-2808514" y="15406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7BC705C-ED01-B8FF-927A-F50A6832E12B}"/>
                </a:ext>
              </a:extLst>
            </p:cNvPr>
            <p:cNvSpPr/>
            <p:nvPr/>
          </p:nvSpPr>
          <p:spPr>
            <a:xfrm>
              <a:off x="-2656114" y="16930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992EB62-0576-4C0C-F5B8-A5F2657113AA}"/>
                </a:ext>
              </a:extLst>
            </p:cNvPr>
            <p:cNvSpPr/>
            <p:nvPr/>
          </p:nvSpPr>
          <p:spPr>
            <a:xfrm>
              <a:off x="-2503714" y="18454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0171CE4-17BF-E616-0C08-8A427C9B5AA9}"/>
                </a:ext>
              </a:extLst>
            </p:cNvPr>
            <p:cNvSpPr/>
            <p:nvPr/>
          </p:nvSpPr>
          <p:spPr>
            <a:xfrm>
              <a:off x="-2351314" y="19978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2AC281F-D1D1-DE38-BC9E-353347829758}"/>
                </a:ext>
              </a:extLst>
            </p:cNvPr>
            <p:cNvSpPr/>
            <p:nvPr/>
          </p:nvSpPr>
          <p:spPr>
            <a:xfrm>
              <a:off x="-2198914" y="21502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281EE9C-2112-EBC8-CED2-28DD3BDCB737}"/>
                </a:ext>
              </a:extLst>
            </p:cNvPr>
            <p:cNvSpPr/>
            <p:nvPr/>
          </p:nvSpPr>
          <p:spPr>
            <a:xfrm>
              <a:off x="-2046514" y="23026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F57BFAD-FA6F-D08C-1162-CB489553DF0A}"/>
                </a:ext>
              </a:extLst>
            </p:cNvPr>
            <p:cNvSpPr/>
            <p:nvPr/>
          </p:nvSpPr>
          <p:spPr>
            <a:xfrm>
              <a:off x="-1894114" y="24550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BE60B-4F24-FD46-E2F1-8E3F71139BA8}"/>
                </a:ext>
              </a:extLst>
            </p:cNvPr>
            <p:cNvSpPr/>
            <p:nvPr/>
          </p:nvSpPr>
          <p:spPr>
            <a:xfrm>
              <a:off x="-1741714" y="26074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 w="19050"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56524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9000">
              <a:srgbClr val="FF8C00"/>
            </a:gs>
            <a:gs pos="30000">
              <a:schemeClr val="tx1">
                <a:lumMod val="95000"/>
                <a:lumOff val="5000"/>
              </a:schemeClr>
            </a:gs>
            <a:gs pos="70000">
              <a:srgbClr val="00008B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458BC-E4CC-B81B-CB57-E55A15841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F1B5FD36-A434-AD30-FB6D-FEDE22321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835" y="-192856"/>
            <a:ext cx="2857500" cy="28575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D8D6F9B8-9C05-F8CC-4782-D3EA291EA956}"/>
              </a:ext>
            </a:extLst>
          </p:cNvPr>
          <p:cNvGrpSpPr/>
          <p:nvPr/>
        </p:nvGrpSpPr>
        <p:grpSpPr>
          <a:xfrm>
            <a:off x="-4161064" y="84547"/>
            <a:ext cx="21379543" cy="6688906"/>
            <a:chOff x="-4180114" y="169094"/>
            <a:chExt cx="21379543" cy="668890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E1F5CD-BA8D-A8C3-0F7D-414AC1D591BB}"/>
                </a:ext>
              </a:extLst>
            </p:cNvPr>
            <p:cNvSpPr/>
            <p:nvPr/>
          </p:nvSpPr>
          <p:spPr>
            <a:xfrm>
              <a:off x="-4180114" y="1690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359F77-07CF-541F-6004-306B46318BCB}"/>
                </a:ext>
              </a:extLst>
            </p:cNvPr>
            <p:cNvSpPr/>
            <p:nvPr/>
          </p:nvSpPr>
          <p:spPr>
            <a:xfrm>
              <a:off x="-4027714" y="3214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1744C8F-686A-7EB0-1D81-C9119DA322E1}"/>
                </a:ext>
              </a:extLst>
            </p:cNvPr>
            <p:cNvSpPr/>
            <p:nvPr/>
          </p:nvSpPr>
          <p:spPr>
            <a:xfrm>
              <a:off x="-3875314" y="4738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A4FAAF7-E7B4-027B-C292-BAEFCD1A44BB}"/>
                </a:ext>
              </a:extLst>
            </p:cNvPr>
            <p:cNvSpPr/>
            <p:nvPr/>
          </p:nvSpPr>
          <p:spPr>
            <a:xfrm>
              <a:off x="-3722914" y="6262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CDB559-79EA-BAA2-6411-6F4665CA5368}"/>
                </a:ext>
              </a:extLst>
            </p:cNvPr>
            <p:cNvSpPr/>
            <p:nvPr/>
          </p:nvSpPr>
          <p:spPr>
            <a:xfrm>
              <a:off x="-3570514" y="7786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6BEE573-3496-C228-EA5D-1244C4F171B5}"/>
                </a:ext>
              </a:extLst>
            </p:cNvPr>
            <p:cNvSpPr/>
            <p:nvPr/>
          </p:nvSpPr>
          <p:spPr>
            <a:xfrm>
              <a:off x="-3418114" y="9310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1954116-2865-E4BB-8A5B-3494D808F4D9}"/>
                </a:ext>
              </a:extLst>
            </p:cNvPr>
            <p:cNvSpPr/>
            <p:nvPr/>
          </p:nvSpPr>
          <p:spPr>
            <a:xfrm>
              <a:off x="-3265714" y="10834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41975A-2107-8D5A-FF61-D5D8DE5EB845}"/>
                </a:ext>
              </a:extLst>
            </p:cNvPr>
            <p:cNvSpPr/>
            <p:nvPr/>
          </p:nvSpPr>
          <p:spPr>
            <a:xfrm>
              <a:off x="-3113314" y="12358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855FEC7-C65B-6D0E-9109-6FAB7EF5888C}"/>
                </a:ext>
              </a:extLst>
            </p:cNvPr>
            <p:cNvSpPr/>
            <p:nvPr/>
          </p:nvSpPr>
          <p:spPr>
            <a:xfrm>
              <a:off x="-2960914" y="13882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844271E-341F-7D5A-41D1-C22F82BF8310}"/>
                </a:ext>
              </a:extLst>
            </p:cNvPr>
            <p:cNvSpPr/>
            <p:nvPr/>
          </p:nvSpPr>
          <p:spPr>
            <a:xfrm>
              <a:off x="-2808514" y="15406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871A2C5-059C-FD7D-66A1-DE6C70E7AD56}"/>
                </a:ext>
              </a:extLst>
            </p:cNvPr>
            <p:cNvSpPr/>
            <p:nvPr/>
          </p:nvSpPr>
          <p:spPr>
            <a:xfrm>
              <a:off x="-2656114" y="16930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992EE2A-E30F-BC1E-9159-77A5660B481C}"/>
                </a:ext>
              </a:extLst>
            </p:cNvPr>
            <p:cNvSpPr/>
            <p:nvPr/>
          </p:nvSpPr>
          <p:spPr>
            <a:xfrm>
              <a:off x="-2503714" y="18454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8AE7698-6543-F0C3-228A-55A441F38149}"/>
                </a:ext>
              </a:extLst>
            </p:cNvPr>
            <p:cNvSpPr/>
            <p:nvPr/>
          </p:nvSpPr>
          <p:spPr>
            <a:xfrm>
              <a:off x="-2351314" y="19978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2418704-0126-F8E6-2AA8-9C625DF6F9EA}"/>
                </a:ext>
              </a:extLst>
            </p:cNvPr>
            <p:cNvSpPr/>
            <p:nvPr/>
          </p:nvSpPr>
          <p:spPr>
            <a:xfrm>
              <a:off x="-2198914" y="21502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F665F2F-AD69-EE8B-6069-1601580A504E}"/>
                </a:ext>
              </a:extLst>
            </p:cNvPr>
            <p:cNvSpPr/>
            <p:nvPr/>
          </p:nvSpPr>
          <p:spPr>
            <a:xfrm>
              <a:off x="-2046514" y="23026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2E58188-98D9-D480-794C-C95283FE5DF6}"/>
                </a:ext>
              </a:extLst>
            </p:cNvPr>
            <p:cNvSpPr/>
            <p:nvPr/>
          </p:nvSpPr>
          <p:spPr>
            <a:xfrm>
              <a:off x="-1894114" y="24550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ED282BD-4715-7B31-098A-EEB50FFD0449}"/>
                </a:ext>
              </a:extLst>
            </p:cNvPr>
            <p:cNvSpPr/>
            <p:nvPr/>
          </p:nvSpPr>
          <p:spPr>
            <a:xfrm>
              <a:off x="-1741714" y="26074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222063-F4FE-4D18-3069-BA843AE26B18}"/>
              </a:ext>
            </a:extLst>
          </p:cNvPr>
          <p:cNvSpPr/>
          <p:nvPr/>
        </p:nvSpPr>
        <p:spPr>
          <a:xfrm>
            <a:off x="652915" y="5199922"/>
            <a:ext cx="2010771" cy="708662"/>
          </a:xfrm>
          <a:prstGeom prst="roundRect">
            <a:avLst>
              <a:gd name="adj" fmla="val 14374"/>
            </a:avLst>
          </a:prstGeom>
          <a:solidFill>
            <a:schemeClr val="dk1">
              <a:alpha val="50000"/>
            </a:schemeClr>
          </a:solidFill>
          <a:ln>
            <a:solidFill>
              <a:srgbClr val="20B2AA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84BDE6-662F-C3CF-AC2D-35219457B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605" y="5278492"/>
            <a:ext cx="551521" cy="55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03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9000">
              <a:srgbClr val="FF8C00"/>
            </a:gs>
            <a:gs pos="30000">
              <a:schemeClr val="tx1">
                <a:lumMod val="95000"/>
                <a:lumOff val="5000"/>
              </a:schemeClr>
            </a:gs>
            <a:gs pos="70000">
              <a:srgbClr val="00008B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8D4843-CF34-7DEE-413B-41C4BE530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0F2F5E65-2B1A-5534-01CC-988695334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835" y="-192856"/>
            <a:ext cx="2857500" cy="28575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49B3363-B4DE-41FA-4BD7-721CCB674942}"/>
              </a:ext>
            </a:extLst>
          </p:cNvPr>
          <p:cNvGrpSpPr/>
          <p:nvPr/>
        </p:nvGrpSpPr>
        <p:grpSpPr>
          <a:xfrm>
            <a:off x="-4161064" y="84547"/>
            <a:ext cx="21379543" cy="6688906"/>
            <a:chOff x="-4180114" y="169094"/>
            <a:chExt cx="21379543" cy="668890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86EADC9-B5F4-B0B7-F731-D8C2B318AD6A}"/>
                </a:ext>
              </a:extLst>
            </p:cNvPr>
            <p:cNvSpPr/>
            <p:nvPr/>
          </p:nvSpPr>
          <p:spPr>
            <a:xfrm>
              <a:off x="-4180114" y="1690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F6D56DC-1F79-6643-6A86-266453AD98DD}"/>
                </a:ext>
              </a:extLst>
            </p:cNvPr>
            <p:cNvSpPr/>
            <p:nvPr/>
          </p:nvSpPr>
          <p:spPr>
            <a:xfrm>
              <a:off x="-4027714" y="3214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B797917-7D7D-FB85-27D7-13742929E802}"/>
                </a:ext>
              </a:extLst>
            </p:cNvPr>
            <p:cNvSpPr/>
            <p:nvPr/>
          </p:nvSpPr>
          <p:spPr>
            <a:xfrm>
              <a:off x="-3875314" y="4738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E8CB4E7-63F4-C87D-D848-32DB8A22CCC8}"/>
                </a:ext>
              </a:extLst>
            </p:cNvPr>
            <p:cNvSpPr/>
            <p:nvPr/>
          </p:nvSpPr>
          <p:spPr>
            <a:xfrm>
              <a:off x="-3722914" y="6262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7C1512D-9386-7C71-9201-7DE2DB4EE700}"/>
                </a:ext>
              </a:extLst>
            </p:cNvPr>
            <p:cNvSpPr/>
            <p:nvPr/>
          </p:nvSpPr>
          <p:spPr>
            <a:xfrm>
              <a:off x="-3570514" y="7786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7D3BD6A-EE71-EE59-5885-C42B0C4D1AED}"/>
                </a:ext>
              </a:extLst>
            </p:cNvPr>
            <p:cNvSpPr/>
            <p:nvPr/>
          </p:nvSpPr>
          <p:spPr>
            <a:xfrm>
              <a:off x="-3418114" y="9310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41929DE-A353-10EF-E521-AA7E30A18717}"/>
                </a:ext>
              </a:extLst>
            </p:cNvPr>
            <p:cNvSpPr/>
            <p:nvPr/>
          </p:nvSpPr>
          <p:spPr>
            <a:xfrm>
              <a:off x="-3265714" y="10834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09B5BA3-3781-3E96-492C-F17EFA0AFD7E}"/>
                </a:ext>
              </a:extLst>
            </p:cNvPr>
            <p:cNvSpPr/>
            <p:nvPr/>
          </p:nvSpPr>
          <p:spPr>
            <a:xfrm>
              <a:off x="-3113314" y="12358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473F777-723B-7017-FF54-D2FECF7B0B68}"/>
                </a:ext>
              </a:extLst>
            </p:cNvPr>
            <p:cNvSpPr/>
            <p:nvPr/>
          </p:nvSpPr>
          <p:spPr>
            <a:xfrm>
              <a:off x="-2960914" y="13882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9AE1E5-6BE2-DAE4-A28E-A41C91F2E792}"/>
                </a:ext>
              </a:extLst>
            </p:cNvPr>
            <p:cNvSpPr/>
            <p:nvPr/>
          </p:nvSpPr>
          <p:spPr>
            <a:xfrm>
              <a:off x="-2808514" y="15406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C6DE6B1-4F09-8FD9-4775-7C1D2B781DA1}"/>
                </a:ext>
              </a:extLst>
            </p:cNvPr>
            <p:cNvSpPr/>
            <p:nvPr/>
          </p:nvSpPr>
          <p:spPr>
            <a:xfrm>
              <a:off x="-2656114" y="16930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A04AE86-F93F-4236-62AB-B48DE54AF9D1}"/>
                </a:ext>
              </a:extLst>
            </p:cNvPr>
            <p:cNvSpPr/>
            <p:nvPr/>
          </p:nvSpPr>
          <p:spPr>
            <a:xfrm>
              <a:off x="-2503714" y="18454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7ECF35-DA9C-0C55-B9AD-E50468F67C27}"/>
                </a:ext>
              </a:extLst>
            </p:cNvPr>
            <p:cNvSpPr/>
            <p:nvPr/>
          </p:nvSpPr>
          <p:spPr>
            <a:xfrm>
              <a:off x="-2351314" y="19978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9F84E11-11F7-EA6F-2C3F-152B5DBBD38C}"/>
                </a:ext>
              </a:extLst>
            </p:cNvPr>
            <p:cNvSpPr/>
            <p:nvPr/>
          </p:nvSpPr>
          <p:spPr>
            <a:xfrm>
              <a:off x="-2198914" y="21502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81E0AB5-16E4-284E-3D2C-951EADF1FE00}"/>
                </a:ext>
              </a:extLst>
            </p:cNvPr>
            <p:cNvSpPr/>
            <p:nvPr/>
          </p:nvSpPr>
          <p:spPr>
            <a:xfrm>
              <a:off x="-2046514" y="23026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52040F8-B03F-4A11-A3D0-008D84E14395}"/>
                </a:ext>
              </a:extLst>
            </p:cNvPr>
            <p:cNvSpPr/>
            <p:nvPr/>
          </p:nvSpPr>
          <p:spPr>
            <a:xfrm>
              <a:off x="-1894114" y="24550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6ADFC33-6B4B-608F-060E-4C2BE5D78378}"/>
                </a:ext>
              </a:extLst>
            </p:cNvPr>
            <p:cNvSpPr/>
            <p:nvPr/>
          </p:nvSpPr>
          <p:spPr>
            <a:xfrm>
              <a:off x="-1741714" y="2607494"/>
              <a:ext cx="18941143" cy="4250506"/>
            </a:xfrm>
            <a:custGeom>
              <a:avLst/>
              <a:gdLst>
                <a:gd name="csX0" fmla="*/ 0 w 12729028"/>
                <a:gd name="csY0" fmla="*/ 1824943 h 3873135"/>
                <a:gd name="csX1" fmla="*/ 2569028 w 12729028"/>
                <a:gd name="csY1" fmla="*/ 10657 h 3873135"/>
                <a:gd name="csX2" fmla="*/ 4339771 w 12729028"/>
                <a:gd name="csY2" fmla="*/ 2565172 h 3873135"/>
                <a:gd name="csX3" fmla="*/ 6676571 w 12729028"/>
                <a:gd name="csY3" fmla="*/ 939572 h 3873135"/>
                <a:gd name="csX4" fmla="*/ 8258628 w 12729028"/>
                <a:gd name="csY4" fmla="*/ 3871457 h 3873135"/>
                <a:gd name="csX5" fmla="*/ 12729028 w 12729028"/>
                <a:gd name="csY5" fmla="*/ 460600 h 3873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729028" h="3873135">
                  <a:moveTo>
                    <a:pt x="0" y="1824943"/>
                  </a:moveTo>
                  <a:cubicBezTo>
                    <a:pt x="922866" y="856114"/>
                    <a:pt x="1845733" y="-112715"/>
                    <a:pt x="2569028" y="10657"/>
                  </a:cubicBezTo>
                  <a:cubicBezTo>
                    <a:pt x="3292323" y="134028"/>
                    <a:pt x="3655181" y="2410353"/>
                    <a:pt x="4339771" y="2565172"/>
                  </a:cubicBezTo>
                  <a:cubicBezTo>
                    <a:pt x="5024361" y="2719991"/>
                    <a:pt x="6023428" y="721858"/>
                    <a:pt x="6676571" y="939572"/>
                  </a:cubicBezTo>
                  <a:cubicBezTo>
                    <a:pt x="7329714" y="1157286"/>
                    <a:pt x="7249885" y="3951286"/>
                    <a:pt x="8258628" y="3871457"/>
                  </a:cubicBezTo>
                  <a:cubicBezTo>
                    <a:pt x="9267371" y="3791628"/>
                    <a:pt x="11836399" y="1053267"/>
                    <a:pt x="12729028" y="460600"/>
                  </a:cubicBezTo>
                </a:path>
              </a:pathLst>
            </a:custGeom>
            <a:noFill/>
            <a:ln>
              <a:gradFill>
                <a:gsLst>
                  <a:gs pos="25000">
                    <a:srgbClr val="FF8C00"/>
                  </a:gs>
                  <a:gs pos="87000">
                    <a:schemeClr val="tx1">
                      <a:lumMod val="95000"/>
                      <a:lumOff val="5000"/>
                    </a:schemeClr>
                  </a:gs>
                  <a:gs pos="75000">
                    <a:srgbClr val="20B2AA"/>
                  </a:gs>
                  <a:gs pos="0">
                    <a:srgbClr val="00008B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BA7E83-1FD3-D530-4F20-7B59D168B7BA}"/>
              </a:ext>
            </a:extLst>
          </p:cNvPr>
          <p:cNvSpPr/>
          <p:nvPr/>
        </p:nvSpPr>
        <p:spPr>
          <a:xfrm>
            <a:off x="652915" y="5199922"/>
            <a:ext cx="2010771" cy="708662"/>
          </a:xfrm>
          <a:prstGeom prst="roundRect">
            <a:avLst>
              <a:gd name="adj" fmla="val 14374"/>
            </a:avLst>
          </a:prstGeom>
          <a:solidFill>
            <a:schemeClr val="dk1">
              <a:alpha val="50000"/>
            </a:schemeClr>
          </a:solidFill>
          <a:ln>
            <a:solidFill>
              <a:srgbClr val="20B2AA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405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2">
                <a:lumMod val="80000"/>
              </a:schemeClr>
            </a:gs>
            <a:gs pos="85000">
              <a:srgbClr val="00008B">
                <a:lumMod val="88000"/>
                <a:lumOff val="12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FC0CF3E-5511-06A6-FE07-113DF0BE8B55}"/>
              </a:ext>
            </a:extLst>
          </p:cNvPr>
          <p:cNvSpPr/>
          <p:nvPr/>
        </p:nvSpPr>
        <p:spPr>
          <a:xfrm rot="5400000">
            <a:off x="-1969469" y="3795712"/>
            <a:ext cx="4705350" cy="676276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647478-B90B-67BC-1BB7-B10472FA366B}"/>
              </a:ext>
            </a:extLst>
          </p:cNvPr>
          <p:cNvSpPr/>
          <p:nvPr/>
        </p:nvSpPr>
        <p:spPr>
          <a:xfrm rot="5400000">
            <a:off x="3938588" y="-1252537"/>
            <a:ext cx="4848228" cy="10915653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2" descr="Olist | Aplicativos Nuvem">
            <a:extLst>
              <a:ext uri="{FF2B5EF4-FFF2-40B4-BE49-F238E27FC236}">
                <a16:creationId xmlns:a16="http://schemas.microsoft.com/office/drawing/2014/main" id="{F6B5FBF5-9773-91A4-74BA-FB8109A53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73" t="26359" r="9918" b="26241"/>
          <a:stretch>
            <a:fillRect/>
          </a:stretch>
        </p:blipFill>
        <p:spPr bwMode="auto">
          <a:xfrm>
            <a:off x="28723" y="108347"/>
            <a:ext cx="1775207" cy="1157288"/>
          </a:xfrm>
          <a:prstGeom prst="rect">
            <a:avLst/>
          </a:prstGeom>
          <a:noFill/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B3232A-C4DD-6254-CE45-8BDBD9C7B0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09837" y="-1314451"/>
            <a:ext cx="1752598" cy="175259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2A8D3A-C840-62BE-E919-AC9D07A4AB1C}"/>
              </a:ext>
            </a:extLst>
          </p:cNvPr>
          <p:cNvSpPr/>
          <p:nvPr/>
        </p:nvSpPr>
        <p:spPr>
          <a:xfrm>
            <a:off x="4190450" y="0"/>
            <a:ext cx="4326136" cy="523875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C9F346-2918-B5D8-3F7C-21A9BC6CBEC2}"/>
              </a:ext>
            </a:extLst>
          </p:cNvPr>
          <p:cNvSpPr/>
          <p:nvPr/>
        </p:nvSpPr>
        <p:spPr>
          <a:xfrm>
            <a:off x="180393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C1079F-F891-C678-E749-FE5CE77BFC69}"/>
              </a:ext>
            </a:extLst>
          </p:cNvPr>
          <p:cNvSpPr/>
          <p:nvPr/>
        </p:nvSpPr>
        <p:spPr>
          <a:xfrm>
            <a:off x="419045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2DA8AA-3A60-AE5C-4001-F562E4C82869}"/>
              </a:ext>
            </a:extLst>
          </p:cNvPr>
          <p:cNvSpPr/>
          <p:nvPr/>
        </p:nvSpPr>
        <p:spPr>
          <a:xfrm>
            <a:off x="657697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892F405-683E-C1E3-45B7-A8E1B7429C12}"/>
              </a:ext>
            </a:extLst>
          </p:cNvPr>
          <p:cNvSpPr/>
          <p:nvPr/>
        </p:nvSpPr>
        <p:spPr>
          <a:xfrm>
            <a:off x="896349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694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2">
                <a:lumMod val="80000"/>
              </a:schemeClr>
            </a:gs>
            <a:gs pos="85000">
              <a:srgbClr val="000064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BDF0F-E2E3-6161-9CB1-AC019D0F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350C5E1-063E-7FCB-E780-4D4D45148ED9}"/>
              </a:ext>
            </a:extLst>
          </p:cNvPr>
          <p:cNvSpPr/>
          <p:nvPr/>
        </p:nvSpPr>
        <p:spPr>
          <a:xfrm rot="5400000">
            <a:off x="-1969469" y="3795712"/>
            <a:ext cx="4705350" cy="676276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EA23781-5370-9493-F4C3-A5A87BB78210}"/>
              </a:ext>
            </a:extLst>
          </p:cNvPr>
          <p:cNvSpPr/>
          <p:nvPr/>
        </p:nvSpPr>
        <p:spPr>
          <a:xfrm rot="5400000">
            <a:off x="3938588" y="-1252537"/>
            <a:ext cx="4848228" cy="10915653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2" descr="Olist | Aplicativos Nuvem">
            <a:extLst>
              <a:ext uri="{FF2B5EF4-FFF2-40B4-BE49-F238E27FC236}">
                <a16:creationId xmlns:a16="http://schemas.microsoft.com/office/drawing/2014/main" id="{6A823AB4-C481-1275-0C81-BBFF513DA3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73" t="26359" r="9918" b="26241"/>
          <a:stretch>
            <a:fillRect/>
          </a:stretch>
        </p:blipFill>
        <p:spPr bwMode="auto">
          <a:xfrm>
            <a:off x="28723" y="108347"/>
            <a:ext cx="1775207" cy="1157288"/>
          </a:xfrm>
          <a:prstGeom prst="rect">
            <a:avLst/>
          </a:prstGeom>
          <a:noFill/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409A5B-C385-F43A-4A87-2E0CD316D0F6}"/>
              </a:ext>
            </a:extLst>
          </p:cNvPr>
          <p:cNvSpPr/>
          <p:nvPr/>
        </p:nvSpPr>
        <p:spPr>
          <a:xfrm>
            <a:off x="4190450" y="0"/>
            <a:ext cx="4326136" cy="523875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C7EF86-2CA1-8725-FAF5-1DDBE28E164C}"/>
              </a:ext>
            </a:extLst>
          </p:cNvPr>
          <p:cNvSpPr/>
          <p:nvPr/>
        </p:nvSpPr>
        <p:spPr>
          <a:xfrm>
            <a:off x="180393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65A171-93A1-3059-EB39-4FCBE8719EDB}"/>
              </a:ext>
            </a:extLst>
          </p:cNvPr>
          <p:cNvSpPr/>
          <p:nvPr/>
        </p:nvSpPr>
        <p:spPr>
          <a:xfrm>
            <a:off x="419045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95BB25-6595-F998-EC13-69A8E4A30648}"/>
              </a:ext>
            </a:extLst>
          </p:cNvPr>
          <p:cNvSpPr/>
          <p:nvPr/>
        </p:nvSpPr>
        <p:spPr>
          <a:xfrm>
            <a:off x="657697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2B1CBB3-9790-2C18-6121-A6EFF4D22A7E}"/>
              </a:ext>
            </a:extLst>
          </p:cNvPr>
          <p:cNvSpPr/>
          <p:nvPr/>
        </p:nvSpPr>
        <p:spPr>
          <a:xfrm>
            <a:off x="896349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167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2">
                <a:lumMod val="80000"/>
              </a:schemeClr>
            </a:gs>
            <a:gs pos="85000">
              <a:srgbClr val="00008B">
                <a:lumMod val="88000"/>
                <a:lumOff val="12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C1DE6-1C56-0A74-A972-D9794EF56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1E32C0D-9637-7D44-5489-CC927B5A966B}"/>
              </a:ext>
            </a:extLst>
          </p:cNvPr>
          <p:cNvSpPr/>
          <p:nvPr/>
        </p:nvSpPr>
        <p:spPr>
          <a:xfrm rot="5400000">
            <a:off x="-1295875" y="3067476"/>
            <a:ext cx="2906952" cy="592712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82C861D-CB9F-28A6-8746-59B915808463}"/>
              </a:ext>
            </a:extLst>
          </p:cNvPr>
          <p:cNvSpPr/>
          <p:nvPr/>
        </p:nvSpPr>
        <p:spPr>
          <a:xfrm rot="5400000">
            <a:off x="3773388" y="-1408553"/>
            <a:ext cx="4848228" cy="11227685"/>
          </a:xfrm>
          <a:prstGeom prst="roundRect">
            <a:avLst>
              <a:gd name="adj" fmla="val 4561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BBDF98-6C08-100E-EAB9-120E96235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949" y="0"/>
            <a:ext cx="1910356" cy="191035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4F6325-FB40-B19B-B392-0CE4CC1B68AA}"/>
              </a:ext>
            </a:extLst>
          </p:cNvPr>
          <p:cNvSpPr/>
          <p:nvPr/>
        </p:nvSpPr>
        <p:spPr>
          <a:xfrm>
            <a:off x="3932932" y="0"/>
            <a:ext cx="4326136" cy="523875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26557D-9946-57E1-B9FE-D413E0BBA764}"/>
              </a:ext>
            </a:extLst>
          </p:cNvPr>
          <p:cNvSpPr/>
          <p:nvPr/>
        </p:nvSpPr>
        <p:spPr>
          <a:xfrm>
            <a:off x="180393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714DECE-2ED6-7CC2-62B6-749962DE660A}"/>
              </a:ext>
            </a:extLst>
          </p:cNvPr>
          <p:cNvSpPr/>
          <p:nvPr/>
        </p:nvSpPr>
        <p:spPr>
          <a:xfrm>
            <a:off x="419045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E6C5866-E093-D833-F56E-6C49BBB22D41}"/>
              </a:ext>
            </a:extLst>
          </p:cNvPr>
          <p:cNvSpPr/>
          <p:nvPr/>
        </p:nvSpPr>
        <p:spPr>
          <a:xfrm>
            <a:off x="657697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D068B3-C61D-99B0-562A-EE9A67721AB2}"/>
              </a:ext>
            </a:extLst>
          </p:cNvPr>
          <p:cNvSpPr/>
          <p:nvPr/>
        </p:nvSpPr>
        <p:spPr>
          <a:xfrm>
            <a:off x="896349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806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2">
                <a:lumMod val="80000"/>
              </a:schemeClr>
            </a:gs>
            <a:gs pos="85000">
              <a:srgbClr val="00008B">
                <a:lumMod val="88000"/>
                <a:lumOff val="12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BCFD6-D3E9-B8FD-9237-39B14873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86825B2-41C4-660E-37FC-357A27D84C65}"/>
              </a:ext>
            </a:extLst>
          </p:cNvPr>
          <p:cNvSpPr/>
          <p:nvPr/>
        </p:nvSpPr>
        <p:spPr>
          <a:xfrm rot="5400000">
            <a:off x="-797578" y="3116679"/>
            <a:ext cx="1910357" cy="592712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40F510C-2374-EDB9-9EE2-2B6F2F2092CA}"/>
              </a:ext>
            </a:extLst>
          </p:cNvPr>
          <p:cNvSpPr/>
          <p:nvPr/>
        </p:nvSpPr>
        <p:spPr>
          <a:xfrm rot="5400000">
            <a:off x="3773388" y="-1408553"/>
            <a:ext cx="4848228" cy="11227685"/>
          </a:xfrm>
          <a:prstGeom prst="roundRect">
            <a:avLst>
              <a:gd name="adj" fmla="val 4561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AE0CA5-980A-4850-3071-5DC4C36DD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949" y="0"/>
            <a:ext cx="1910356" cy="191035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907FCC-362A-53DD-5D1B-20E802A0504F}"/>
              </a:ext>
            </a:extLst>
          </p:cNvPr>
          <p:cNvSpPr/>
          <p:nvPr/>
        </p:nvSpPr>
        <p:spPr>
          <a:xfrm>
            <a:off x="3932932" y="0"/>
            <a:ext cx="4326136" cy="523875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lt1"/>
                </a:solidFill>
                <a:latin typeface="Bahnschrift SemiBold" panose="020B0502040204020203" pitchFamily="34" charset="0"/>
              </a:rPr>
              <a:t>Overview Dashboard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54DB07-C202-F0BD-190B-C45988A0E1C7}"/>
              </a:ext>
            </a:extLst>
          </p:cNvPr>
          <p:cNvSpPr/>
          <p:nvPr/>
        </p:nvSpPr>
        <p:spPr>
          <a:xfrm>
            <a:off x="180393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FAFD88-5C1E-2341-B276-241B83FDEF52}"/>
              </a:ext>
            </a:extLst>
          </p:cNvPr>
          <p:cNvSpPr/>
          <p:nvPr/>
        </p:nvSpPr>
        <p:spPr>
          <a:xfrm>
            <a:off x="419045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EC13AD-FDFF-4C92-1731-0BB84B431805}"/>
              </a:ext>
            </a:extLst>
          </p:cNvPr>
          <p:cNvSpPr/>
          <p:nvPr/>
        </p:nvSpPr>
        <p:spPr>
          <a:xfrm>
            <a:off x="657697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BA398D3-5417-ED62-F6F8-856D0B71870A}"/>
              </a:ext>
            </a:extLst>
          </p:cNvPr>
          <p:cNvSpPr/>
          <p:nvPr/>
        </p:nvSpPr>
        <p:spPr>
          <a:xfrm>
            <a:off x="896349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34438C-3825-EBA7-5985-3EF532612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77949" y="2719595"/>
            <a:ext cx="565420" cy="5654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A209F3-8EA4-F2F7-7405-BE80DBE48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7949" y="3429000"/>
            <a:ext cx="565420" cy="5654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3C34EA-3095-1FEC-098D-FFC41E7C32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0954" y="811449"/>
            <a:ext cx="682152" cy="6821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D41574-4413-DD2F-3F70-20B93675C8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303" y="865946"/>
            <a:ext cx="573157" cy="5731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FF6DF39-A663-38CC-09C4-8A0A655A9B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3696" y="811449"/>
            <a:ext cx="615535" cy="61553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1FFB867-45DE-01D6-6F0C-CCF57A1D8D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0580" y="873683"/>
            <a:ext cx="565420" cy="56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133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2">
                <a:lumMod val="80000"/>
              </a:schemeClr>
            </a:gs>
            <a:gs pos="85000">
              <a:srgbClr val="00008B">
                <a:lumMod val="88000"/>
                <a:lumOff val="12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C4A09-898A-7AFE-E8CC-53762CB6E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1DF5E5-2081-C71B-82A9-E245CBA52735}"/>
              </a:ext>
            </a:extLst>
          </p:cNvPr>
          <p:cNvSpPr/>
          <p:nvPr/>
        </p:nvSpPr>
        <p:spPr>
          <a:xfrm rot="5400000">
            <a:off x="-1969469" y="3795712"/>
            <a:ext cx="4705350" cy="676276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5040046-6283-F91A-A443-BD73350E57C2}"/>
              </a:ext>
            </a:extLst>
          </p:cNvPr>
          <p:cNvSpPr/>
          <p:nvPr/>
        </p:nvSpPr>
        <p:spPr>
          <a:xfrm rot="5400000">
            <a:off x="3938588" y="-1252537"/>
            <a:ext cx="4848228" cy="10915653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2" descr="Olist | Aplicativos Nuvem">
            <a:extLst>
              <a:ext uri="{FF2B5EF4-FFF2-40B4-BE49-F238E27FC236}">
                <a16:creationId xmlns:a16="http://schemas.microsoft.com/office/drawing/2014/main" id="{2CC2BA96-525F-972A-5EEB-561CB0ABD8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73" t="26359" r="9918" b="26241"/>
          <a:stretch>
            <a:fillRect/>
          </a:stretch>
        </p:blipFill>
        <p:spPr bwMode="auto">
          <a:xfrm>
            <a:off x="28723" y="108347"/>
            <a:ext cx="1775207" cy="1157288"/>
          </a:xfrm>
          <a:prstGeom prst="rect">
            <a:avLst/>
          </a:prstGeom>
          <a:noFill/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7E3B02-477B-8C54-BAAE-7C9E53D29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09837" y="-1314451"/>
            <a:ext cx="1752598" cy="175259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2A0FC9-C6BF-B558-BEC5-C39CCA7CB911}"/>
              </a:ext>
            </a:extLst>
          </p:cNvPr>
          <p:cNvSpPr/>
          <p:nvPr/>
        </p:nvSpPr>
        <p:spPr>
          <a:xfrm>
            <a:off x="4190450" y="0"/>
            <a:ext cx="4326136" cy="523875"/>
          </a:xfrm>
          <a:prstGeom prst="roundRect">
            <a:avLst>
              <a:gd name="adj" fmla="val 15797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5FD107-5AA9-7BA1-7F6B-74C354EC3D68}"/>
              </a:ext>
            </a:extLst>
          </p:cNvPr>
          <p:cNvSpPr/>
          <p:nvPr/>
        </p:nvSpPr>
        <p:spPr>
          <a:xfrm>
            <a:off x="180393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8A76310-423D-2A27-FE6D-E30FD7B7DE45}"/>
              </a:ext>
            </a:extLst>
          </p:cNvPr>
          <p:cNvSpPr/>
          <p:nvPr/>
        </p:nvSpPr>
        <p:spPr>
          <a:xfrm>
            <a:off x="419045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89B1BDF-8026-9397-9BAE-03090597C655}"/>
              </a:ext>
            </a:extLst>
          </p:cNvPr>
          <p:cNvSpPr/>
          <p:nvPr/>
        </p:nvSpPr>
        <p:spPr>
          <a:xfrm>
            <a:off x="657697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25BF7B-026B-1275-BB15-65678781F2D2}"/>
              </a:ext>
            </a:extLst>
          </p:cNvPr>
          <p:cNvSpPr/>
          <p:nvPr/>
        </p:nvSpPr>
        <p:spPr>
          <a:xfrm>
            <a:off x="8963490" y="686991"/>
            <a:ext cx="1939616" cy="931068"/>
          </a:xfrm>
          <a:prstGeom prst="roundRect">
            <a:avLst>
              <a:gd name="adj" fmla="val 1579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667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3</Words>
  <Application>Microsoft Office PowerPoint</Application>
  <PresentationFormat>Widescreen</PresentationFormat>
  <Paragraphs>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Abdallah Ali Abdelgwad</dc:creator>
  <cp:lastModifiedBy>Abdallah Ali Abdelgwad</cp:lastModifiedBy>
  <cp:revision>6</cp:revision>
  <dcterms:created xsi:type="dcterms:W3CDTF">2026-07-23T13:19:36Z</dcterms:created>
  <dcterms:modified xsi:type="dcterms:W3CDTF">2026-07-24T19:49:52Z</dcterms:modified>
</cp:coreProperties>
</file>